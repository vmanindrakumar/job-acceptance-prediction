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Not Placed</c:v>
                </c:pt>
                <c:pt idx="1">
                  <c:v>Placed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34870</c:v>
                </c:pt>
                <c:pt idx="1">
                  <c:v>15130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Job Acceptance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HR Analytics • EDA • Machine Learning •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Domain: Human Resource Analytics using Machine Learning</a:t>
            </a:r>
          </a:p>
          <a:p>
            <a:pPr>
              <a:spcAft>
                <a:spcPts val="1000"/>
              </a:spcAft>
              <a:defRPr sz="2000"/>
            </a:pPr>
            <a:r>
              <a:t>Predict whether a candidate will be placed / accept a job offer</a:t>
            </a:r>
          </a:p>
          <a:p>
            <a:pPr>
              <a:spcAft>
                <a:spcPts val="1000"/>
              </a:spcAft>
              <a:defRPr sz="2000"/>
            </a:pPr>
            <a:r>
              <a:t>Identify key factors influencing placement decisions</a:t>
            </a:r>
          </a:p>
          <a:p>
            <a:pPr>
              <a:spcAft>
                <a:spcPts val="1000"/>
              </a:spcAft>
              <a:defRPr sz="2000"/>
            </a:pPr>
            <a:r>
              <a:t>Handle missing values, duplicate-like records and inconsistent categorical values</a:t>
            </a:r>
          </a:p>
          <a:p>
            <a:pPr>
              <a:spcAft>
                <a:spcPts val="1000"/>
              </a:spcAft>
              <a:defRPr sz="2000"/>
            </a:pPr>
            <a:r>
              <a:t>Provide actionable insights for recruitment and placement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Data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50,000</a:t>
            </a:r>
          </a:p>
          <a:p>
            <a:pPr algn="ctr">
              <a:defRPr sz="1200"/>
            </a:pPr>
            <a:r>
              <a:t>Cleaned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51,500</a:t>
            </a:r>
          </a:p>
          <a:p>
            <a:pPr algn="ctr">
              <a:defRPr sz="1200"/>
            </a:pPr>
            <a:r>
              <a:t>Original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1,500</a:t>
            </a:r>
          </a:p>
          <a:p>
            <a:pPr algn="ctr">
              <a:defRPr sz="1200"/>
            </a:pPr>
            <a:r>
              <a:t>Duplicates Removed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</a:t>
            </a:r>
          </a:p>
          <a:p>
            <a:pPr algn="ctr">
              <a:defRPr sz="1200"/>
            </a:pPr>
            <a:r>
              <a:t>Missing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Academic, skills, certification, experience, interview and job-market features</a:t>
            </a:r>
          </a:p>
          <a:p>
            <a:pPr>
              <a:spcAft>
                <a:spcPts val="1000"/>
              </a:spcAft>
              <a:defRPr sz="1700"/>
            </a:pPr>
            <a:r>
              <a:t>Categorical values standardized and whitespace removed</a:t>
            </a:r>
          </a:p>
          <a:p>
            <a:pPr>
              <a:spcAft>
                <a:spcPts val="1000"/>
              </a:spcAft>
              <a:defRPr sz="1700"/>
            </a:pPr>
            <a:r>
              <a:t>Numeric missing values handled with median; categorical missing values with mode</a:t>
            </a:r>
          </a:p>
          <a:p>
            <a:pPr>
              <a:spcAft>
                <a:spcPts val="1000"/>
              </a:spcAft>
              <a:defRPr sz="1700"/>
            </a:pPr>
            <a:r>
              <a:t>Cleaned dataset prepared for EDA and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Load and inspect dataset shape, data types, samples and null distribution</a:t>
            </a:r>
          </a:p>
          <a:p>
            <a:pPr>
              <a:spcAft>
                <a:spcPts val="1000"/>
              </a:spcAft>
              <a:defRPr sz="2000"/>
            </a:pPr>
            <a:r>
              <a:t>Standardize inconsistent categorical labels</a:t>
            </a:r>
          </a:p>
          <a:p>
            <a:pPr>
              <a:spcAft>
                <a:spcPts val="1000"/>
              </a:spcAft>
              <a:defRPr sz="2000"/>
            </a:pPr>
            <a:r>
              <a:t>Remove exact duplicate records</a:t>
            </a:r>
          </a:p>
          <a:p>
            <a:pPr>
              <a:spcAft>
                <a:spcPts val="1000"/>
              </a:spcAft>
              <a:defRPr sz="2000"/>
            </a:pPr>
            <a:r>
              <a:t>Handle missing numeric values using median imputation</a:t>
            </a:r>
          </a:p>
          <a:p>
            <a:pPr>
              <a:spcAft>
                <a:spcPts val="1000"/>
              </a:spcAft>
              <a:defRPr sz="2000"/>
            </a:pPr>
            <a:r>
              <a:t>Handle missing categorical values using mode imputation</a:t>
            </a:r>
          </a:p>
          <a:p>
            <a:pPr>
              <a:spcAft>
                <a:spcPts val="1000"/>
              </a:spcAft>
              <a:defRPr sz="2000"/>
            </a:pPr>
            <a:r>
              <a:t>Prepare a normalized dataset for analysis and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Interview score vs. placement outcome</a:t>
            </a:r>
          </a:p>
          <a:p>
            <a:pPr>
              <a:spcAft>
                <a:spcPts val="1000"/>
              </a:spcAft>
              <a:defRPr sz="2000"/>
            </a:pPr>
            <a:r>
              <a:t>Skills match percentage vs. placement</a:t>
            </a:r>
          </a:p>
          <a:p>
            <a:pPr>
              <a:spcAft>
                <a:spcPts val="1000"/>
              </a:spcAft>
              <a:defRPr sz="2000"/>
            </a:pPr>
            <a:r>
              <a:t>Company tier vs. acceptance / placement rate</a:t>
            </a:r>
          </a:p>
          <a:p>
            <a:pPr>
              <a:spcAft>
                <a:spcPts val="1000"/>
              </a:spcAft>
              <a:defRPr sz="2000"/>
            </a:pPr>
            <a:r>
              <a:t>Experience vs. placement success</a:t>
            </a:r>
          </a:p>
          <a:p>
            <a:pPr>
              <a:spcAft>
                <a:spcPts val="1000"/>
              </a:spcAft>
              <a:defRPr sz="2000"/>
            </a:pPr>
            <a:r>
              <a:t>Competition level vs. placement</a:t>
            </a:r>
          </a:p>
          <a:p>
            <a:pPr>
              <a:spcAft>
                <a:spcPts val="1000"/>
              </a:spcAft>
              <a:defRPr sz="2000"/>
            </a:pPr>
            <a:r>
              <a:t>Correlation analysis among numerical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Placement Status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371600"/>
          <a:ext cx="9875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Experience category: Fresher / Junior / Senior</a:t>
            </a:r>
          </a:p>
          <a:p>
            <a:pPr>
              <a:spcAft>
                <a:spcPts val="1000"/>
              </a:spcAft>
              <a:defRPr sz="2000"/>
            </a:pPr>
            <a:r>
              <a:t>Academic average and academic performance band: Low / Medium / High</a:t>
            </a:r>
          </a:p>
          <a:p>
            <a:pPr>
              <a:spcAft>
                <a:spcPts val="1000"/>
              </a:spcAft>
              <a:defRPr sz="2000"/>
            </a:pPr>
            <a:r>
              <a:t>Skills match level: Low / Medium / High</a:t>
            </a:r>
          </a:p>
          <a:p>
            <a:pPr>
              <a:spcAft>
                <a:spcPts val="1000"/>
              </a:spcAft>
              <a:defRPr sz="2000"/>
            </a:pPr>
            <a:r>
              <a:t>Interview average from technical, aptitude and communication scores</a:t>
            </a:r>
          </a:p>
          <a:p>
            <a:pPr>
              <a:spcAft>
                <a:spcPts val="1000"/>
              </a:spcAft>
              <a:defRPr sz="2000"/>
            </a:pPr>
            <a:r>
              <a:t>Interview performance category: Low / Medium / High</a:t>
            </a:r>
          </a:p>
          <a:p>
            <a:pPr>
              <a:spcAft>
                <a:spcPts val="1000"/>
              </a:spcAft>
              <a:defRPr sz="2000"/>
            </a:pPr>
            <a:r>
              <a:t>Target encoding: Placed → 1, Not Placed →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Supervised classification problem</a:t>
            </a:r>
          </a:p>
          <a:p>
            <a:pPr>
              <a:spcAft>
                <a:spcPts val="1000"/>
              </a:spcAft>
              <a:defRPr sz="2000"/>
            </a:pPr>
            <a:r>
              <a:t>Train-test split with stratification</a:t>
            </a:r>
          </a:p>
          <a:p>
            <a:pPr>
              <a:spcAft>
                <a:spcPts val="1000"/>
              </a:spcAft>
              <a:defRPr sz="2000"/>
            </a:pPr>
            <a:r>
              <a:t>Numerical preprocessing: imputation + StandardScaler</a:t>
            </a:r>
          </a:p>
          <a:p>
            <a:pPr>
              <a:spcAft>
                <a:spcPts val="1000"/>
              </a:spcAft>
              <a:defRPr sz="2000"/>
            </a:pPr>
            <a:r>
              <a:t>Categorical preprocessing: imputation + One-Hot Encoding</a:t>
            </a:r>
          </a:p>
          <a:p>
            <a:pPr>
              <a:spcAft>
                <a:spcPts val="1000"/>
              </a:spcAft>
              <a:defRPr sz="2000"/>
            </a:pPr>
            <a:r>
              <a:t>Models: Logistic Regression and Random Forest Classifier</a:t>
            </a:r>
          </a:p>
          <a:p>
            <a:pPr>
              <a:spcAft>
                <a:spcPts val="1000"/>
              </a:spcAft>
              <a:defRPr sz="2000"/>
            </a:pPr>
            <a:r>
              <a:t>Evaluation: Accuracy, ROC-AUC, classification report and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Streamlit Dashboard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50,000</a:t>
            </a:r>
          </a:p>
          <a:p>
            <a:pPr algn="ctr">
              <a:defRPr sz="1200"/>
            </a:pPr>
            <a:r>
              <a:t>Total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30.26%</a:t>
            </a:r>
          </a:p>
          <a:p>
            <a:pPr algn="ctr">
              <a:defRPr sz="1200"/>
            </a:pPr>
            <a:r>
              <a:t>Placement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3716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66.04</a:t>
            </a:r>
          </a:p>
          <a:p>
            <a:pPr algn="ctr">
              <a:defRPr sz="1200"/>
            </a:pPr>
            <a:r>
              <a:t>Average Interview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2004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73.94%</a:t>
            </a:r>
          </a:p>
          <a:p>
            <a:pPr algn="ctr">
              <a:defRPr sz="1200"/>
            </a:pPr>
            <a:r>
              <a:t>Average Skills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200400"/>
            <a:ext cx="301752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N/A</a:t>
            </a:r>
          </a:p>
          <a:p>
            <a:pPr algn="ctr">
              <a:defRPr sz="1200"/>
            </a:pPr>
            <a:r>
              <a:t>Offer Dropout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Interactive filters for company tier and candidate analysis</a:t>
            </a:r>
          </a:p>
          <a:p>
            <a:pPr>
              <a:spcAft>
                <a:spcPts val="1000"/>
              </a:spcAft>
              <a:defRPr sz="1500"/>
            </a:pPr>
            <a:r>
              <a:t>Individual candidate prediction with acceptance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source code for EDA, preprocessing and ML modeling</a:t>
            </a:r>
          </a:p>
          <a:p>
            <a:pPr>
              <a:spcAft>
                <a:spcPts val="1000"/>
              </a:spcAft>
              <a:defRPr sz="2000"/>
            </a:pPr>
            <a:r>
              <a:t>Cleaned analytical dataset</a:t>
            </a:r>
          </a:p>
          <a:p>
            <a:pPr>
              <a:spcAft>
                <a:spcPts val="1000"/>
              </a:spcAft>
              <a:defRPr sz="2000"/>
            </a:pPr>
            <a:r>
              <a:t>MySQL database for scalable querying and reporting</a:t>
            </a:r>
          </a:p>
          <a:p>
            <a:pPr>
              <a:spcAft>
                <a:spcPts val="1000"/>
              </a:spcAft>
              <a:defRPr sz="2000"/>
            </a:pPr>
            <a:r>
              <a:t>Interactive Streamlit dashboard</a:t>
            </a:r>
          </a:p>
          <a:p>
            <a:pPr>
              <a:spcAft>
                <a:spcPts val="1000"/>
              </a:spcAft>
              <a:defRPr sz="2000"/>
            </a:pPr>
            <a:r>
              <a:t>Machine learning prediction model</a:t>
            </a:r>
          </a:p>
          <a:p>
            <a:pPr>
              <a:spcAft>
                <a:spcPts val="1000"/>
              </a:spcAft>
              <a:defRPr sz="2000"/>
            </a:pPr>
            <a:r>
              <a:t>Feature-importance analysis</a:t>
            </a:r>
          </a:p>
          <a:p>
            <a:pPr>
              <a:spcAft>
                <a:spcPts val="1000"/>
              </a:spcAft>
              <a:defRPr sz="2000"/>
            </a:pPr>
            <a:r>
              <a:t>Project documentation and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Support recruitment teams with offer / placement analysis</a:t>
            </a:r>
          </a:p>
          <a:p>
            <a:pPr>
              <a:spcAft>
                <a:spcPts val="1000"/>
              </a:spcAft>
              <a:defRPr sz="2000"/>
            </a:pPr>
            <a:r>
              <a:t>Identify factors associated with placement success</a:t>
            </a:r>
          </a:p>
          <a:p>
            <a:pPr>
              <a:spcAft>
                <a:spcPts val="1000"/>
              </a:spcAft>
              <a:defRPr sz="2000"/>
            </a:pPr>
            <a:r>
              <a:t>Analyze candidate performance and skills match</a:t>
            </a:r>
          </a:p>
          <a:p>
            <a:pPr>
              <a:spcAft>
                <a:spcPts val="1000"/>
              </a:spcAft>
              <a:defRPr sz="2000"/>
            </a:pPr>
            <a:r>
              <a:t>Support interview and evaluation strategy analysis</a:t>
            </a:r>
          </a:p>
          <a:p>
            <a:pPr>
              <a:spcAft>
                <a:spcPts val="1000"/>
              </a:spcAft>
              <a:defRPr sz="2000"/>
            </a:pPr>
            <a:r>
              <a:t>Enable data-driven HR reporting and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 cleaned and normalized HR placement dataset was prepared</a:t>
            </a:r>
          </a:p>
          <a:p>
            <a:pPr>
              <a:spcAft>
                <a:spcPts val="1000"/>
              </a:spcAft>
              <a:defRPr sz="2000"/>
            </a:pPr>
            <a:r>
              <a:t>EDA examines academic, skills, experience, interview and competition factors</a:t>
            </a:r>
          </a:p>
          <a:p>
            <a:pPr>
              <a:spcAft>
                <a:spcPts val="1000"/>
              </a:spcAft>
              <a:defRPr sz="2000"/>
            </a:pPr>
            <a:r>
              <a:t>Feature engineering creates business-friendly analytical categories</a:t>
            </a:r>
          </a:p>
          <a:p>
            <a:pPr>
              <a:spcAft>
                <a:spcPts val="1000"/>
              </a:spcAft>
              <a:defRPr sz="2000"/>
            </a:pPr>
            <a:r>
              <a:t>Classification models can be evaluated for placement prediction</a:t>
            </a:r>
          </a:p>
          <a:p>
            <a:pPr>
              <a:spcAft>
                <a:spcPts val="1000"/>
              </a:spcAft>
              <a:defRPr sz="2000"/>
            </a:pPr>
            <a:r>
              <a:t>The complete solution combines Python, Machine Learning, SQL and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